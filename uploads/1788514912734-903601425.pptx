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215E5-3E85-7144-97A3-EE079A43C2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BBE6E-2499-2378-5B2A-E14662376D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682D6-6936-EB8A-66AA-04642D555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D3680-5D26-4205-8232-05B7EBC7B07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6F1F7-95C5-875F-7A25-7E8EF3B33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CEDF7-E144-BA46-E7BA-ACEF82FD3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8C7C-FC58-43D4-A26E-36A361E72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275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2434B-F415-6B1E-BE7D-48E6D6919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CB06B-9ABF-AA98-4529-EBBD2AE11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886D3-9800-0CDD-4FE7-EB86C4C47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D3680-5D26-4205-8232-05B7EBC7B07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5ABFB-B7C2-EC37-1C25-12C266D12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A02E1-989D-2B8C-73AA-A78D61B84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8C7C-FC58-43D4-A26E-36A361E72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088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11E03-8293-0EC0-E69C-D3A4B899A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AF3BA-61A5-C7BB-4975-43819EE7C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9411B-D962-D731-2339-EE4DBBE97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D3680-5D26-4205-8232-05B7EBC7B07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595EF-62BA-AF0B-56B5-B7FD80664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44EAB-55F9-1C3F-7C27-E3AAA848E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8C7C-FC58-43D4-A26E-36A361E72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985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BEAA7-5626-B8DB-79FD-CBBE9557C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E0DA5-84FC-A056-DFE2-BCE13FF16C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1A2CA7-3DAC-348C-66D1-71D944875A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9C261-CBA3-E5E7-BDD2-5BB8B6119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D3680-5D26-4205-8232-05B7EBC7B07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956D6A-1865-E784-B084-258B98546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86C622-AEF2-37D0-288B-747462EA8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8C7C-FC58-43D4-A26E-36A361E72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644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ADD99-21AD-9CD1-BE16-6A747B150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71DC5-9D47-5B2C-7096-43CD1CF2B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8FA065-CA5D-C187-3D74-CACB2C262F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E43FC4-9D99-92B0-B006-192C08B352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50827C-C301-8713-0A67-0AAF473444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32CA81-AD4A-B9C8-DB80-7BAF4FF46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D3680-5D26-4205-8232-05B7EBC7B07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149C09-031C-6CDD-4A8E-60341BBC0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82188F-E7AD-43A3-665D-9F42D215A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8C7C-FC58-43D4-A26E-36A361E72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558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4A7E6-C3D1-91FD-72A5-0C04D2271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9F1A80-CC3E-D053-5B67-07A4AA19E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D3680-5D26-4205-8232-05B7EBC7B07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8CF942-8B63-3A05-184C-BE9CD7CD6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35A4A7-222B-37CB-1893-D52F144C7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8C7C-FC58-43D4-A26E-36A361E72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877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A3EF03-16F8-612B-B7A0-86A9D25F1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D3680-5D26-4205-8232-05B7EBC7B07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51B987-4D91-A3D3-DEDB-79EC0DF6D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97943-1E2F-1496-3AD6-BE53F8857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8C7C-FC58-43D4-A26E-36A361E72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453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DA598-87DC-AA60-80BB-6D6485FF4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09CFA-A938-59CE-DB2D-45C5AF982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B91C5-EAB4-FD2B-8706-6C5C2660AD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D5EC88-6F7F-8197-999E-97E472FE8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D3680-5D26-4205-8232-05B7EBC7B07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BCB681-FD86-85AE-5449-3176E69F3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B5C6EF-5897-FBD7-4D10-7EEABC118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8C7C-FC58-43D4-A26E-36A361E72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10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ECAD1-8B93-72CA-048A-50C5705EF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7747E2-BAFF-DC59-4DAE-B335188BF9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8BE54C-3C68-2F51-6842-FB0057EA8D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F21B7-F95F-9463-60F8-946CC027E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D3680-5D26-4205-8232-05B7EBC7B07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76359B-B4A5-0473-F766-7CC2BA487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5C1236-CC17-5673-8FF8-78FFC1FF5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8C7C-FC58-43D4-A26E-36A361E72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799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312F8-EC23-A3E8-90E5-CDA5D9BE6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F23EDE-1BEF-E3FF-668D-0ED8681B1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3DC75-6A29-0DEF-FD53-416806CCD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D3680-5D26-4205-8232-05B7EBC7B07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CDA8F-9D00-A5D2-25AD-550BAED0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244EC-A616-7859-2C6A-EEBCECFE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8C7C-FC58-43D4-A26E-36A361E72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353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D9BEE9-B769-E94B-19B2-E5780A9E26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ECDE17-8FB5-E949-613A-B397D8F35B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935B-7E4F-7AFF-03FF-775700AD0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D3680-5D26-4205-8232-05B7EBC7B07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3F158-C2A7-493F-711B-7C8412B14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AB07B-6C19-66F3-0751-9C5C8B043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8C7C-FC58-43D4-A26E-36A361E72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5137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88873E-39FC-45E1-5C72-1DE003FFC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4AFC48-9062-5105-34AF-E59141306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3DC1F-0428-1546-E5AA-1B04BEFA7D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0D3680-5D26-4205-8232-05B7EBC7B07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0F9EB-D839-70A2-ED17-EB9C12FA87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A1F83-CA8A-68CB-CBFD-04E2AE7640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D28C7C-FC58-43D4-A26E-36A361E72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76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8B90F-54C7-A2B3-E7DE-36E34920A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916" y="325796"/>
            <a:ext cx="10515600" cy="1460500"/>
          </a:xfrm>
        </p:spPr>
        <p:txBody>
          <a:bodyPr>
            <a:noAutofit/>
          </a:bodyPr>
          <a:lstStyle/>
          <a:p>
            <a:r>
              <a:rPr lang="en-IN" sz="3200" b="1" dirty="0"/>
              <a:t>Nweke et al. (2025) – Multi-Agent AI Systems in Healthcare A Systematic Review Enhancing Clinical Decision-Making </a:t>
            </a:r>
            <a:br>
              <a:rPr lang="en-IN" sz="3200" b="1" dirty="0"/>
            </a:br>
            <a:endParaRPr lang="en-IN" sz="32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9D66788-1928-3FD0-6AD4-DC86C5EEF5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700529"/>
              </p:ext>
            </p:extLst>
          </p:nvPr>
        </p:nvGraphicFramePr>
        <p:xfrm>
          <a:off x="385916" y="1914116"/>
          <a:ext cx="10980175" cy="4234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035">
                  <a:extLst>
                    <a:ext uri="{9D8B030D-6E8A-4147-A177-3AD203B41FA5}">
                      <a16:colId xmlns:a16="http://schemas.microsoft.com/office/drawing/2014/main" val="1015463179"/>
                    </a:ext>
                  </a:extLst>
                </a:gridCol>
                <a:gridCol w="2196035">
                  <a:extLst>
                    <a:ext uri="{9D8B030D-6E8A-4147-A177-3AD203B41FA5}">
                      <a16:colId xmlns:a16="http://schemas.microsoft.com/office/drawing/2014/main" val="3979244614"/>
                    </a:ext>
                  </a:extLst>
                </a:gridCol>
                <a:gridCol w="2196035">
                  <a:extLst>
                    <a:ext uri="{9D8B030D-6E8A-4147-A177-3AD203B41FA5}">
                      <a16:colId xmlns:a16="http://schemas.microsoft.com/office/drawing/2014/main" val="2285859624"/>
                    </a:ext>
                  </a:extLst>
                </a:gridCol>
                <a:gridCol w="2196035">
                  <a:extLst>
                    <a:ext uri="{9D8B030D-6E8A-4147-A177-3AD203B41FA5}">
                      <a16:colId xmlns:a16="http://schemas.microsoft.com/office/drawing/2014/main" val="3385718023"/>
                    </a:ext>
                  </a:extLst>
                </a:gridCol>
                <a:gridCol w="2196035">
                  <a:extLst>
                    <a:ext uri="{9D8B030D-6E8A-4147-A177-3AD203B41FA5}">
                      <a16:colId xmlns:a16="http://schemas.microsoft.com/office/drawing/2014/main" val="4018636508"/>
                    </a:ext>
                  </a:extLst>
                </a:gridCol>
              </a:tblGrid>
              <a:tr h="7405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What Researchers Did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Methods Used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Advantages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Drawbacks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How Our Project Improves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576770"/>
                  </a:ext>
                </a:extLst>
              </a:tr>
              <a:tr h="33201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Reviewed applications of multi-agent AI in clinical decision support, personalized treatment, monitoring and healthcare operations.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PRISMA systematic review of 6,059 records; 18 studies analysed using thematic/narrative synthesis.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MAS improved diagnostic accuracy, personalized care, real-time monitoring, workflow efficiency and coordination.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Data bias, EHR interoperability, privacy, transparency/accountability issues and limited real-world validation.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Focus on better integration, explainability, privacy, interoperability and real-world validation. 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261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7766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B3991-546F-11C6-3B3C-09C62C479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046" y="453616"/>
            <a:ext cx="10515600" cy="1188372"/>
          </a:xfrm>
        </p:spPr>
        <p:txBody>
          <a:bodyPr>
            <a:noAutofit/>
          </a:bodyPr>
          <a:lstStyle/>
          <a:p>
            <a:r>
              <a:rPr lang="en-IN" sz="2800" b="1" dirty="0"/>
              <a:t>Ruiz Mejia &amp; Rawat (2025) – </a:t>
            </a:r>
            <a:r>
              <a:rPr lang="en-IN" sz="2800" b="1" dirty="0" err="1"/>
              <a:t>MedScrubCrew</a:t>
            </a:r>
            <a:r>
              <a:rPr lang="en-IN" sz="2800" b="1" dirty="0"/>
              <a:t> : A Medical Multi-Agent Framework for Automating Appointment Scheduling Based on Patient-Provider Profile Resource Matching</a:t>
            </a:r>
            <a:br>
              <a:rPr lang="en-IN" sz="2800" b="1" dirty="0"/>
            </a:br>
            <a:endParaRPr lang="en-IN" sz="28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DF032F7-7389-9594-624A-D8FB15E828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898896"/>
              </p:ext>
            </p:extLst>
          </p:nvPr>
        </p:nvGraphicFramePr>
        <p:xfrm>
          <a:off x="679656" y="2054942"/>
          <a:ext cx="10616380" cy="3670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3276">
                  <a:extLst>
                    <a:ext uri="{9D8B030D-6E8A-4147-A177-3AD203B41FA5}">
                      <a16:colId xmlns:a16="http://schemas.microsoft.com/office/drawing/2014/main" val="1715342486"/>
                    </a:ext>
                  </a:extLst>
                </a:gridCol>
                <a:gridCol w="2123276">
                  <a:extLst>
                    <a:ext uri="{9D8B030D-6E8A-4147-A177-3AD203B41FA5}">
                      <a16:colId xmlns:a16="http://schemas.microsoft.com/office/drawing/2014/main" val="6798348"/>
                    </a:ext>
                  </a:extLst>
                </a:gridCol>
                <a:gridCol w="2123276">
                  <a:extLst>
                    <a:ext uri="{9D8B030D-6E8A-4147-A177-3AD203B41FA5}">
                      <a16:colId xmlns:a16="http://schemas.microsoft.com/office/drawing/2014/main" val="3777534582"/>
                    </a:ext>
                  </a:extLst>
                </a:gridCol>
                <a:gridCol w="2123276">
                  <a:extLst>
                    <a:ext uri="{9D8B030D-6E8A-4147-A177-3AD203B41FA5}">
                      <a16:colId xmlns:a16="http://schemas.microsoft.com/office/drawing/2014/main" val="2053520563"/>
                    </a:ext>
                  </a:extLst>
                </a:gridCol>
                <a:gridCol w="2123276">
                  <a:extLst>
                    <a:ext uri="{9D8B030D-6E8A-4147-A177-3AD203B41FA5}">
                      <a16:colId xmlns:a16="http://schemas.microsoft.com/office/drawing/2014/main" val="892063486"/>
                    </a:ext>
                  </a:extLst>
                </a:gridCol>
              </a:tblGrid>
              <a:tr h="8357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What Researchers Did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Methods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Drawbacks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How Our Project Improves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913655"/>
                  </a:ext>
                </a:extLst>
              </a:tr>
              <a:tr h="23811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Developed a multi-agent framework for automated appointment scheduling, triage and patient-provider matching.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LLM agents + Knowledge Graph + Gale–Shapley matching + AutoML, using MIMIC-IV data.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Improved patient-provider matching, scheduling automation and contextual decision-making; QWEN-2.5-coder-32B achieved ~0.71 average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Tool-call errors, API delays, context-window limits, incomplete EHR retrieval, no human-in-the-loop validation, plus real-world privacy/security concerns.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Add stronger RAG/EHR retrieval, human-in-the-loop validation, robust tool handling, dynamic resource updates and real-world testing.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943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6627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240</Words>
  <Application>Microsoft Office PowerPoint</Application>
  <PresentationFormat>Widescreen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Nweke et al. (2025) – Multi-Agent AI Systems in Healthcare A Systematic Review Enhancing Clinical Decision-Making  </vt:lpstr>
      <vt:lpstr>Ruiz Mejia &amp; Rawat (2025) – MedScrubCrew : A Medical Multi-Agent Framework for Automating Appointment Scheduling Based on Patient-Provider Profile Resource Matching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Anmulwar</dc:creator>
  <cp:lastModifiedBy>Chaitanya Anmulwar</cp:lastModifiedBy>
  <cp:revision>3</cp:revision>
  <dcterms:created xsi:type="dcterms:W3CDTF">2026-09-03T04:24:55Z</dcterms:created>
  <dcterms:modified xsi:type="dcterms:W3CDTF">2026-09-03T12:23:11Z</dcterms:modified>
</cp:coreProperties>
</file>